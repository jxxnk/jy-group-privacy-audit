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JY Group 개인정보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상담 시스템 가상 실습  ·  로컬 Zammad 1식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2026-10-07  ·  수행자 김준영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실제 기업 감사가 아닙니다. 가이드 PDF는 결과물이 아닙니다.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포함: Retail 목적 / Service 상담 / Vendor 유지보수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제외: 결제·배송·마케팅·백업 실측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판정: 적합 · 미흡 · 미확인 · 적용 제외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재점검 성공으로 초기 미흡을 취소하지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F-01 종료 계정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S05, 종료일 2026-09-14, Active=TRUE, T02(id=3) 열람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조치: Active=false, 새 로그인 차단 (A-01 완료, R-01 적합)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남김: Checks C02 미흡. Sessions 기존 세션은 미확인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F-02 최소권한 · 비공유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S04·S06이 Restricted T11 열람. C02가 C01 T01 열람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조치: S04 General만, S06 그룹 없음, 공유 조직=아니오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남김: C03·C04·D02 미흡. S03 Restricted full은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F-03 파기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C01 자료 보안 → T01·T11 삭제 (E02 적합)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T12 마커·jy-doc02 로컬 사본 잔존. T15 보존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R-03 미흡. T12는 증적이라 미삭제 (A-03 예정)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잔여 · 미확인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미확인: B04 권리 메일, E04 백업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적용 제외: F03 외부 AI 미연결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예외: T12 유지, 사본 파기 보류, docker compose down -v 금지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CR-04는 Scheduler 미리보기 1건 후 결정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Evidence 공란 해시는 로컬 Get-FileHash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Controls 항·호는 원문 확인 후</a:t>
            </a:r>
          </a:p>
          <a:p>
            <a:pPr>
              <a:spcAft>
                <a:spcPts val="1600"/>
              </a:spcAft>
              <a:defRPr sz="2200">
                <a:solidFill>
                  <a:srgbClr val="1E3A5F"/>
                </a:solidFill>
                <a:latin typeface="Malgun Gothic"/>
              </a:defRPr>
            </a:pPr>
            <a:r>
              <a:t>•  30/90일 계획: docs/15-30-90-plan.md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